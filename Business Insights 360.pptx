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71" d="100"/>
          <a:sy n="71" d="100"/>
        </p:scale>
        <p:origin x="235" y="5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84CFD4-5756-4B41-AD8B-4A93A488575F}" type="datetimeFigureOut">
              <a:rPr lang="en-IN" smtClean="0"/>
              <a:t>24-09-2025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8DF8FF-8031-48A2-A38D-AC42D76ED5AF}" type="slidenum">
              <a:rPr lang="en-IN" smtClean="0"/>
              <a:t>‹#›</a:t>
            </a:fld>
            <a:endParaRPr lang="en-IN"/>
          </a:p>
        </p:txBody>
      </p:sp>
    </p:spTree>
    <p:extLst>
      <p:ext uri="{BB962C8B-B14F-4D97-AF65-F5344CB8AC3E}">
        <p14:creationId xmlns:p14="http://schemas.microsoft.com/office/powerpoint/2010/main" val="526379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Support Button</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areaChart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Net Sales</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AB Signature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BY REGION/COUNTRY</a:t>
            </a:r>
            <a:endParaRPr dirty="0"/>
          </a:p>
          <a:p>
            <a:r>
              <a:rPr b="0" dirty="0"/>
              <a:t>No alt text provided</a:t>
            </a:r>
            <a:endParaRPr dirty="0"/>
          </a:p>
          <a:p>
            <a:endParaRPr dirty="0"/>
          </a:p>
          <a:p>
            <a:r>
              <a:rPr b="1" dirty="0"/>
              <a:t>BY CATEGORY</a:t>
            </a:r>
            <a:endParaRPr dirty="0"/>
          </a:p>
          <a:p>
            <a:r>
              <a:rPr b="0" dirty="0"/>
              <a:t>No alt text provided</a:t>
            </a:r>
            <a:endParaRPr dirty="0"/>
          </a:p>
          <a:p>
            <a:endParaRPr dirty="0"/>
          </a:p>
          <a:p>
            <a:r>
              <a:rPr b="1" dirty="0"/>
              <a:t>BY STORES/(S)</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BY STORES/(S)</a:t>
            </a:r>
            <a:endParaRPr dirty="0"/>
          </a:p>
          <a:p>
            <a:r>
              <a:rPr b="0" dirty="0"/>
              <a:t>No alt text provided</a:t>
            </a:r>
            <a:endParaRPr dirty="0"/>
          </a:p>
          <a:p>
            <a:endParaRPr dirty="0"/>
          </a:p>
          <a:p>
            <a:r>
              <a:rPr b="1" dirty="0"/>
              <a:t>BY CATEGORY</a:t>
            </a:r>
            <a:endParaRPr dirty="0"/>
          </a:p>
          <a:p>
            <a:r>
              <a:rPr b="0" dirty="0"/>
              <a:t>No alt text provided</a:t>
            </a:r>
            <a:endParaRPr dirty="0"/>
          </a:p>
          <a:p>
            <a:endParaRPr dirty="0"/>
          </a:p>
          <a:p>
            <a:r>
              <a:rPr b="1" dirty="0"/>
              <a:t>BY REGION/COUNTRY</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AB Signature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scatterChart</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donutChart</a:t>
            </a:r>
            <a:endParaRPr dirty="0"/>
          </a:p>
          <a:p>
            <a:r>
              <a:rPr b="0" dirty="0"/>
              <a:t>No alt text provided</a:t>
            </a:r>
            <a:endParaRPr dirty="0"/>
          </a:p>
          <a:p>
            <a:endParaRPr dirty="0"/>
          </a:p>
          <a:p>
            <a:r>
              <a:rPr b="1" dirty="0"/>
              <a:t>waterfallChart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scatterChart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AB Signature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scatterChart</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scatterChart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scatterChart</a:t>
            </a:r>
            <a:endParaRPr dirty="0"/>
          </a:p>
          <a:p>
            <a:r>
              <a:rPr b="0" dirty="0"/>
              <a:t>No alt text provided</a:t>
            </a:r>
            <a:endParaRPr dirty="0"/>
          </a:p>
          <a:p>
            <a:endParaRPr dirty="0"/>
          </a:p>
          <a:p>
            <a:r>
              <a:rPr b="1" dirty="0"/>
              <a:t>Lbl TopN Normal</a:t>
            </a:r>
            <a:endParaRPr dirty="0"/>
          </a:p>
          <a:p>
            <a:r>
              <a:rPr b="0" dirty="0"/>
              <a:t>No alt text provided</a:t>
            </a:r>
            <a:endParaRPr dirty="0"/>
          </a:p>
          <a:p>
            <a:endParaRPr dirty="0"/>
          </a:p>
          <a:p>
            <a:r>
              <a:rPr b="1" dirty="0"/>
              <a:t>Slicer Market</a:t>
            </a:r>
            <a:endParaRPr dirty="0"/>
          </a:p>
          <a:p>
            <a:r>
              <a:rPr b="0" dirty="0"/>
              <a:t>No alt text provided</a:t>
            </a:r>
            <a:endParaRPr dirty="0"/>
          </a:p>
          <a:p>
            <a:endParaRPr dirty="0"/>
          </a:p>
          <a:p>
            <a:r>
              <a:rPr b="1" dirty="0"/>
              <a:t>Lbl All - selected</a:t>
            </a:r>
            <a:endParaRPr dirty="0"/>
          </a:p>
          <a:p>
            <a:r>
              <a:rPr b="0" dirty="0"/>
              <a:t>No alt text provided</a:t>
            </a:r>
            <a:endParaRPr dirty="0"/>
          </a:p>
          <a:p>
            <a:endParaRPr dirty="0"/>
          </a:p>
          <a:p>
            <a:r>
              <a:rPr b="1" dirty="0"/>
              <a:t>NP %</a:t>
            </a:r>
            <a:endParaRPr dirty="0"/>
          </a:p>
          <a:p>
            <a:r>
              <a:rPr b="0" dirty="0"/>
              <a:t>No alt text provided</a:t>
            </a:r>
            <a:endParaRPr dirty="0"/>
          </a:p>
          <a:p>
            <a:endParaRPr dirty="0"/>
          </a:p>
          <a:p>
            <a:r>
              <a:rPr b="1" dirty="0"/>
              <a:t>Matrix Category</a:t>
            </a:r>
            <a:endParaRPr dirty="0"/>
          </a:p>
          <a:p>
            <a:r>
              <a:rPr b="0" dirty="0"/>
              <a:t>No alt text provided</a:t>
            </a:r>
            <a:endParaRPr dirty="0"/>
          </a:p>
          <a:p>
            <a:endParaRPr dirty="0"/>
          </a:p>
          <a:p>
            <a:r>
              <a:rPr b="1" dirty="0"/>
              <a:t>Slicer button Net Profit</a:t>
            </a:r>
            <a:endParaRPr dirty="0"/>
          </a:p>
          <a:p>
            <a:r>
              <a:rPr b="0" dirty="0"/>
              <a:t>No alt text provided</a:t>
            </a:r>
            <a:endParaRPr dirty="0"/>
          </a:p>
          <a:p>
            <a:endParaRPr dirty="0"/>
          </a:p>
          <a:p>
            <a:r>
              <a:rPr b="1" dirty="0"/>
              <a:t>Toggle Market ON</a:t>
            </a:r>
            <a:endParaRPr dirty="0"/>
          </a:p>
          <a:p>
            <a:r>
              <a:rPr b="0" dirty="0"/>
              <a:t>No alt text provided</a:t>
            </a:r>
            <a:endParaRPr dirty="0"/>
          </a:p>
          <a:p>
            <a:endParaRPr dirty="0"/>
          </a:p>
          <a:p>
            <a:r>
              <a:rPr b="1" dirty="0"/>
              <a:t>net profit tittle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BY REGION/COUNTRY</a:t>
            </a:r>
            <a:endParaRPr dirty="0"/>
          </a:p>
          <a:p>
            <a:r>
              <a:rPr b="0" dirty="0"/>
              <a:t>No alt text provided</a:t>
            </a:r>
            <a:endParaRPr dirty="0"/>
          </a:p>
          <a:p>
            <a:endParaRPr dirty="0"/>
          </a:p>
          <a:p>
            <a:r>
              <a:rPr b="1" dirty="0"/>
              <a:t>BY CATEGORY</a:t>
            </a:r>
            <a:endParaRPr dirty="0"/>
          </a:p>
          <a:p>
            <a:r>
              <a:rPr b="0" dirty="0"/>
              <a:t>No alt text provided</a:t>
            </a:r>
            <a:endParaRPr dirty="0"/>
          </a:p>
          <a:p>
            <a:endParaRPr dirty="0"/>
          </a:p>
          <a:p>
            <a:r>
              <a:rPr b="1" dirty="0"/>
              <a:t>BY STORES/(S)</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Net Sales</a:t>
            </a:r>
            <a:endParaRPr dirty="0"/>
          </a:p>
          <a:p>
            <a:r>
              <a:rPr b="0" dirty="0"/>
              <a:t>No alt text provided</a:t>
            </a:r>
            <a:endParaRPr dirty="0"/>
          </a:p>
          <a:p>
            <a:endParaRPr dirty="0"/>
          </a:p>
          <a:p>
            <a:r>
              <a:rPr b="1" dirty="0"/>
              <a:t>Net Sales</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AB Signature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BY REGION/COUNTRY</a:t>
            </a:r>
            <a:endParaRPr dirty="0"/>
          </a:p>
          <a:p>
            <a:r>
              <a:rPr b="0" dirty="0"/>
              <a:t>No alt text provided</a:t>
            </a:r>
            <a:endParaRPr dirty="0"/>
          </a:p>
          <a:p>
            <a:endParaRPr dirty="0"/>
          </a:p>
          <a:p>
            <a:r>
              <a:rPr b="1" dirty="0"/>
              <a:t>BY CATEGORY</a:t>
            </a:r>
            <a:endParaRPr dirty="0"/>
          </a:p>
          <a:p>
            <a:r>
              <a:rPr b="0" dirty="0"/>
              <a:t>No alt text provided</a:t>
            </a:r>
            <a:endParaRPr dirty="0"/>
          </a:p>
          <a:p>
            <a:endParaRPr dirty="0"/>
          </a:p>
          <a:p>
            <a:r>
              <a:rPr b="1" dirty="0"/>
              <a:t>BY STORES/(S)</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pivotTable</a:t>
            </a:r>
            <a:endParaRPr dirty="0"/>
          </a:p>
          <a:p>
            <a:r>
              <a:rPr b="0" dirty="0"/>
              <a:t>No alt text provided</a:t>
            </a:r>
            <a:endParaRPr dirty="0"/>
          </a:p>
          <a:p>
            <a:endParaRPr dirty="0"/>
          </a:p>
          <a:p>
            <a:r>
              <a:rPr b="1" dirty="0"/>
              <a:t>ribbonChart</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hundredPercentStackedBarChart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Net Sales</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AB Signature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BY REGION/COUNTRY</a:t>
            </a:r>
            <a:endParaRPr dirty="0"/>
          </a:p>
          <a:p>
            <a:r>
              <a:rPr b="0" dirty="0"/>
              <a:t>No alt text provided</a:t>
            </a:r>
            <a:endParaRPr dirty="0"/>
          </a:p>
          <a:p>
            <a:endParaRPr dirty="0"/>
          </a:p>
          <a:p>
            <a:r>
              <a:rPr b="1" dirty="0"/>
              <a:t>BY CATEGORY</a:t>
            </a:r>
            <a:endParaRPr dirty="0"/>
          </a:p>
          <a:p>
            <a:r>
              <a:rPr b="0" dirty="0"/>
              <a:t>No alt text provided</a:t>
            </a:r>
            <a:endParaRPr dirty="0"/>
          </a:p>
          <a:p>
            <a:endParaRPr dirty="0"/>
          </a:p>
          <a:p>
            <a:r>
              <a:rPr b="1" dirty="0"/>
              <a:t>BY STORES/(S)</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9/24/2025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9/24/2025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9/24/2025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7df88f7d-9d70-421b-9468-bb593019ddeb/?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7df88f7d-9d70-421b-9468-bb593019ddeb/?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7df88f7d-9d70-421b-9468-bb593019ddeb/?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7df88f7d-9d70-421b-9468-bb593019ddeb/?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7df88f7d-9d70-421b-9468-bb593019ddeb/?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7df88f7d-9d70-421b-9468-bb593019ddeb/?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image ,image ,image ,image ,image ,image ,textbox ,textbox ,textbox ,textbox ,textbox ,textbox ,textbox ,textbox ,textbox ,textbox ,textbox ,textbox ,actionButton ,Support Button ,cardVisual ,image ,image ,cardVisual ,shape ,actionButton ,shape ,shape ,shape ,shape ,shape ,shape ,shape ,shape ,shape ,shape ,shape ,shape ,shape ,actionButton ,shape ,actionButton ,shape ,shape ,shape ,actionButton ,shape ,shape ,shape ,shape ,shape ,shape ,actionButton ,shape ,actionButton ,actionButton ,shape ,shape ,actionButton ,actionButton ,actionButton ,actionButton ,image ,actionButton ,actionButton ,actionButton ,actionButton ,actionButton ,shape ,actionButton. Please refer to the notes on this slide for details">
            <a:hlinkClick r:id="rId3"/>
          </p:cNvPr>
          <p:cNvPicPr>
            <a:picLocks noChangeAspect="1"/>
          </p:cNvPicPr>
          <p:nvPr/>
        </p:nvPicPr>
        <p:blipFill>
          <a:blip r:embed="rId4"/>
          <a:stretch>
            <a:fillRect/>
          </a:stretch>
        </p:blipFill>
        <p:spPr>
          <a:xfrm>
            <a:off x="47625" y="0"/>
            <a:ext cx="12077700" cy="6858000"/>
          </a:xfrm>
          <a:prstGeom prst="rect">
            <a:avLst/>
          </a:prstGeom>
          <a:noFill/>
        </p:spPr>
      </p:pic>
      <p:sp>
        <p:nvSpPr>
          <p:cNvPr id="4" name="Title" hidden="1"/>
          <p:cNvSpPr>
            <a:spLocks noGrp="1"/>
          </p:cNvSpPr>
          <p:nvPr>
            <p:ph type="title"/>
          </p:nvPr>
        </p:nvSpPr>
        <p:spPr/>
        <p:txBody>
          <a:bodyPr/>
          <a:lstStyle/>
          <a:p>
            <a:r>
              <a:t>Home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reaChart ,shape ,shape ,pivotTable ,Net Sales ,pivotTable ,image ,AB Signature ,shape ,textbox ,textbox ,slicer ,slicer ,slicer ,slicer ,slicer ,BY REGION/COUNTRY ,BY CATEGORY ,BY STORES/(S) ,slicer ,shape ,shape ,shape ,shape ,shape ,image ,shape ,shape ,image ,shape ,shape ,shape ,shape ,actionButton ,shape ,actionButton ,actionButton ,shape ,shape ,actionButton ,actionButton ,actionButton ,actionButton ,image ,actionButton ,actionButton ,actionButton ,shape ,actionButton ,shape ,shape ,shape ,shape ,shape ,shape ,shape ,shape ,shape ,shape ,shape ,shape ,shape ,shape ,actionButton ,shape ,shape ,shape ,actionButton ,shape ,shape ,shape ,shape ,shape ,shape ,shape ,actionButton ,image ,actionButton ,actionButton ,actionButton ,actionButton ,shape ,shape ,shape ,shape ,shape. Please refer to the notes on this slide for details">
            <a:hlinkClick r:id="rId3"/>
          </p:cNvPr>
          <p:cNvPicPr>
            <a:picLocks noChangeAspect="1"/>
          </p:cNvPicPr>
          <p:nvPr/>
        </p:nvPicPr>
        <p:blipFill>
          <a:blip r:embed="rId4"/>
          <a:stretch>
            <a:fillRect/>
          </a:stretch>
        </p:blipFill>
        <p:spPr>
          <a:xfrm>
            <a:off x="47625" y="0"/>
            <a:ext cx="12077700" cy="6858000"/>
          </a:xfrm>
          <a:prstGeom prst="rect">
            <a:avLst/>
          </a:prstGeom>
          <a:noFill/>
        </p:spPr>
      </p:pic>
      <p:sp>
        <p:nvSpPr>
          <p:cNvPr id="4" name="Title" hidden="1"/>
          <p:cNvSpPr>
            <a:spLocks noGrp="1"/>
          </p:cNvSpPr>
          <p:nvPr>
            <p:ph type="title"/>
          </p:nvPr>
        </p:nvSpPr>
        <p:spPr/>
        <p:txBody>
          <a:bodyPr/>
          <a:lstStyle/>
          <a:p>
            <a:r>
              <a:t>Finance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shape ,shape ,shape ,shape ,actionButton ,actionButton ,actionButton ,actionButton ,actionButton ,actionButton ,shape ,image ,shape ,shape ,shape ,shape ,image ,shape ,shape ,shape ,shape ,shape ,slicer ,BY STORES/(S) ,BY CATEGORY ,BY REGION/COUNTRY ,slicer ,slicer ,slicer ,slicer ,AB Signature ,textbox ,pivotTable ,slicer ,scatterChart ,donutChart ,clusteredBarChart ,donutChart. Please refer to the notes on this slide for details">
            <a:hlinkClick r:id="rId3"/>
          </p:cNvPr>
          <p:cNvPicPr>
            <a:picLocks noChangeAspect="1"/>
          </p:cNvPicPr>
          <p:nvPr/>
        </p:nvPicPr>
        <p:blipFill>
          <a:blip r:embed="rId4"/>
          <a:stretch>
            <a:fillRect/>
          </a:stretch>
        </p:blipFill>
        <p:spPr>
          <a:xfrm>
            <a:off x="47625" y="0"/>
            <a:ext cx="12077700" cy="6858000"/>
          </a:xfrm>
          <a:prstGeom prst="rect">
            <a:avLst/>
          </a:prstGeom>
          <a:noFill/>
        </p:spPr>
      </p:pic>
      <p:sp>
        <p:nvSpPr>
          <p:cNvPr id="4" name="Title" hidden="1"/>
          <p:cNvSpPr>
            <a:spLocks noGrp="1"/>
          </p:cNvSpPr>
          <p:nvPr>
            <p:ph type="title"/>
          </p:nvPr>
        </p:nvSpPr>
        <p:spPr/>
        <p:txBody>
          <a:bodyPr/>
          <a:lstStyle/>
          <a:p>
            <a:r>
              <a:t>Sales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donutChart ,waterfallChart ,actionButton ,scatterChart ,shape ,AB Signature ,shape ,shape ,pivotTable ,scatterChart ,slicer ,slicer ,textbox ,image ,actionButton ,scatterChart ,actionButton ,scatterChart ,Lbl TopN Normal ,Slicer Market ,Lbl All - selected ,NP % ,Matrix Category ,Slicer button Net Profit ,Toggle Market ON ,net profit tittle ,slicer ,slicer ,slicer ,BY REGION/COUNTRY ,BY CATEGORY ,BY STORES/(S) ,slicer ,shape ,shape ,shape ,shape ,shape ,image ,shape ,shape ,shape ,shape ,image ,shape ,actionButton ,actionButton ,actionButton ,actionButton ,actionButton ,actionButton ,actionButton ,shape ,shape ,shape. Please refer to the notes on this slide for details">
            <a:hlinkClick r:id="rId3"/>
          </p:cNvPr>
          <p:cNvPicPr>
            <a:picLocks noChangeAspect="1"/>
          </p:cNvPicPr>
          <p:nvPr/>
        </p:nvPicPr>
        <p:blipFill>
          <a:blip r:embed="rId4"/>
          <a:stretch>
            <a:fillRect/>
          </a:stretch>
        </p:blipFill>
        <p:spPr>
          <a:xfrm>
            <a:off x="47625" y="0"/>
            <a:ext cx="12077700" cy="6858000"/>
          </a:xfrm>
          <a:prstGeom prst="rect">
            <a:avLst/>
          </a:prstGeom>
          <a:noFill/>
        </p:spPr>
      </p:pic>
      <p:sp>
        <p:nvSpPr>
          <p:cNvPr id="4" name="Title" hidden="1"/>
          <p:cNvSpPr>
            <a:spLocks noGrp="1"/>
          </p:cNvSpPr>
          <p:nvPr>
            <p:ph type="title"/>
          </p:nvPr>
        </p:nvSpPr>
        <p:spPr/>
        <p:txBody>
          <a:bodyPr/>
          <a:lstStyle/>
          <a:p>
            <a:r>
              <a:t>Marketing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Net Sales ,Net Sales ,shape ,shape ,shape ,pivotTable ,pivotTable ,image ,textbox ,shape ,shape ,shape ,AB Signature ,slicer ,slicer ,slicer ,BY REGION/COUNTRY ,BY CATEGORY ,BY STORES/(S) ,slicer ,shape ,shape ,shape ,shape ,shape ,image ,shape ,shape ,shape ,shape ,image ,shape ,actionButton ,actionButton ,actionButton ,actionButton ,actionButton ,actionButton ,actionButton ,shape ,shape ,shape ,shape. Please refer to the notes on this slide for details">
            <a:hlinkClick r:id="rId3"/>
          </p:cNvPr>
          <p:cNvPicPr>
            <a:picLocks noChangeAspect="1"/>
          </p:cNvPicPr>
          <p:nvPr/>
        </p:nvPicPr>
        <p:blipFill>
          <a:blip r:embed="rId4"/>
          <a:stretch>
            <a:fillRect/>
          </a:stretch>
        </p:blipFill>
        <p:spPr>
          <a:xfrm>
            <a:off x="47625" y="0"/>
            <a:ext cx="12077700" cy="6858000"/>
          </a:xfrm>
          <a:prstGeom prst="rect">
            <a:avLst/>
          </a:prstGeom>
          <a:noFill/>
        </p:spPr>
      </p:pic>
      <p:sp>
        <p:nvSpPr>
          <p:cNvPr id="4" name="Title" hidden="1"/>
          <p:cNvSpPr>
            <a:spLocks noGrp="1"/>
          </p:cNvSpPr>
          <p:nvPr>
            <p:ph type="title"/>
          </p:nvPr>
        </p:nvSpPr>
        <p:spPr/>
        <p:txBody>
          <a:bodyPr/>
          <a:lstStyle/>
          <a:p>
            <a:r>
              <a:t>Supply Chain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pivotTable ,ribbonChart ,areaChart ,pivotTable ,pivotTable ,hundredPercentStackedBarChart ,shape ,Net Sales ,areaChart ,areaChart ,areaChart ,clusteredColumnChart ,shape ,shape ,shape ,shape ,shape ,shape ,AB Signature ,slicer ,shape ,shape ,slicer ,slicer ,slicer ,BY REGION/COUNTRY ,BY CATEGORY ,BY STORES/(S) ,slicer ,shape ,shape ,shape ,shape ,shape ,image ,shape ,shape ,shape ,shape ,image ,shape ,actionButton ,actionButton ,actionButton ,actionButton ,actionButton ,actionButton ,actionButton ,shape ,shape ,shape ,shape ,shape ,shape. Please refer to the notes on this slide for details">
            <a:hlinkClick r:id="rId3"/>
          </p:cNvPr>
          <p:cNvPicPr>
            <a:picLocks noChangeAspect="1"/>
          </p:cNvPicPr>
          <p:nvPr/>
        </p:nvPicPr>
        <p:blipFill>
          <a:blip r:embed="rId4"/>
          <a:stretch>
            <a:fillRect/>
          </a:stretch>
        </p:blipFill>
        <p:spPr>
          <a:xfrm>
            <a:off x="47625" y="0"/>
            <a:ext cx="12077700" cy="6858000"/>
          </a:xfrm>
          <a:prstGeom prst="rect">
            <a:avLst/>
          </a:prstGeom>
          <a:noFill/>
        </p:spPr>
      </p:pic>
      <p:sp>
        <p:nvSpPr>
          <p:cNvPr id="4" name="Title" hidden="1"/>
          <p:cNvSpPr>
            <a:spLocks noGrp="1"/>
          </p:cNvSpPr>
          <p:nvPr>
            <p:ph type="title"/>
          </p:nvPr>
        </p:nvSpPr>
        <p:spPr/>
        <p:txBody>
          <a:bodyPr/>
          <a:lstStyle/>
          <a:p>
            <a:r>
              <a:t>Excutive</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1807</Words>
  <Application>Microsoft Office PowerPoint</Application>
  <PresentationFormat>Widescreen</PresentationFormat>
  <Paragraphs>1041</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Custom Design</vt:lpstr>
      <vt:lpstr>Home</vt:lpstr>
      <vt:lpstr>Finance</vt:lpstr>
      <vt:lpstr>Sales</vt:lpstr>
      <vt:lpstr>Marketing</vt:lpstr>
      <vt:lpstr>Supply Chain</vt:lpstr>
      <vt:lpstr>Excutive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manda narendra</cp:lastModifiedBy>
  <cp:revision>5</cp:revision>
  <dcterms:created xsi:type="dcterms:W3CDTF">2016-09-04T11:54:55Z</dcterms:created>
  <dcterms:modified xsi:type="dcterms:W3CDTF">2025-09-24T04:15:49Z</dcterms:modified>
</cp:coreProperties>
</file>